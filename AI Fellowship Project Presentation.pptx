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78" y="210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xmlns="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xmlns="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xmlns="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xmlns="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xmlns="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xmlns="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xmlns="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3.sv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1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hyperlink" Target="AI%20Fellowship%20Project%20Presrentation.pptx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xmlns="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xmlns="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xmlns="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xmlns="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xmlns="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xmlns="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xmlns="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xmlns="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xmlns="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xmlns="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xmlns="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xmlns="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xmlns="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xmlns="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xmlns="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xmlns="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xmlns="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xmlns="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xmlns="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xmlns="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xmlns="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xmlns="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xmlns="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xmlns="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xmlns="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xmlns="" id="{EEE29F0A-1253-B8CE-E742-41B8B6EB922D}"/>
              </a:ext>
            </a:extLst>
          </p:cNvPr>
          <p:cNvSpPr txBox="1"/>
          <p:nvPr/>
        </p:nvSpPr>
        <p:spPr>
          <a:xfrm>
            <a:off x="2302781" y="4344678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xmlns="" id="{2E9FAC26-1E84-D690-0FD4-B1A364AF40DE}"/>
              </a:ext>
            </a:extLst>
          </p:cNvPr>
          <p:cNvSpPr txBox="1"/>
          <p:nvPr/>
        </p:nvSpPr>
        <p:spPr>
          <a:xfrm>
            <a:off x="2302779" y="4471625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Anshika </a:t>
            </a:r>
            <a:r>
              <a:rPr lang="en-US" sz="1200" b="1" dirty="0" err="1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Sisodiya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xmlns="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757" t="2453" r="27842" b="53701"/>
          <a:stretch>
            <a:fillRect/>
          </a:stretch>
        </p:blipFill>
        <p:spPr>
          <a:xfrm>
            <a:off x="1879018" y="4336133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xmlns="" id="{3403BDBE-05E2-50C5-0F55-4F0483352E2C}"/>
              </a:ext>
            </a:extLst>
          </p:cNvPr>
          <p:cNvSpPr txBox="1"/>
          <p:nvPr/>
        </p:nvSpPr>
        <p:spPr>
          <a:xfrm>
            <a:off x="3924234" y="4279537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xmlns="" id="{B84F91E2-C42E-10B3-A03A-88AA58AF1258}"/>
              </a:ext>
            </a:extLst>
          </p:cNvPr>
          <p:cNvSpPr txBox="1"/>
          <p:nvPr/>
        </p:nvSpPr>
        <p:spPr>
          <a:xfrm>
            <a:off x="3945013" y="44134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sisodiyaaashi82@gmail.com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xmlns="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859" t="52379" r="26874" b="2349"/>
          <a:stretch>
            <a:fillRect/>
          </a:stretch>
        </p:blipFill>
        <p:spPr>
          <a:xfrm>
            <a:off x="3523298" y="4318413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xmlns="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418064"/>
            <a:chOff x="3139699" y="4295282"/>
            <a:chExt cx="2272871" cy="418064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xmlns="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xmlns="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56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 err="1" smtClean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Umamaheswari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xmlns="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xmlns="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xmlns="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xmlns="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xmlns="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xmlns="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xmlns="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xmlns="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xmlns="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56CE2B4C-42F3-6C3D-A2AC-C0C414252A53}"/>
              </a:ext>
            </a:extLst>
          </p:cNvPr>
          <p:cNvSpPr txBox="1"/>
          <p:nvPr/>
        </p:nvSpPr>
        <p:spPr>
          <a:xfrm>
            <a:off x="68461" y="3462539"/>
            <a:ext cx="54471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b="1" dirty="0">
                <a:solidFill>
                  <a:srgbClr val="1B3A8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</a:t>
            </a:r>
            <a:r>
              <a:rPr lang="en-US" b="1" dirty="0">
                <a:solidFill>
                  <a:srgbClr val="1B3A8A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From Raw Data to Revenue Insights: A Sales Intelligence Project using Excel and AI</a:t>
            </a:r>
            <a:r>
              <a:rPr lang="en-IN" sz="1800" b="1" dirty="0">
                <a:solidFill>
                  <a:srgbClr val="1B3A8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]</a:t>
            </a:r>
            <a:endParaRPr lang="en-IN" sz="105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xmlns="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8849028-F25C-7DA0-DE56-0DC142EECABD}"/>
              </a:ext>
            </a:extLst>
          </p:cNvPr>
          <p:cNvSpPr txBox="1"/>
          <p:nvPr/>
        </p:nvSpPr>
        <p:spPr>
          <a:xfrm>
            <a:off x="125239" y="1082802"/>
            <a:ext cx="549037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project analyzes a structured sales dataset to generate business insights and support data-driven decision-making. It focuses on understanding sales performance, identifying trends, and solving problems related to forecasting, demand, and pricing.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project uses </a:t>
            </a:r>
            <a:r>
              <a:rPr lang="en-US" b="1" dirty="0"/>
              <a:t>Microsoft Excel</a:t>
            </a:r>
            <a:r>
              <a:rPr lang="en-US" dirty="0"/>
              <a:t> for analysis and dashboard creation, along with </a:t>
            </a:r>
            <a:r>
              <a:rPr lang="en-US" b="1" dirty="0"/>
              <a:t>Power Bi</a:t>
            </a:r>
            <a:r>
              <a:rPr lang="en-US" dirty="0" smtClean="0"/>
              <a:t> for </a:t>
            </a:r>
            <a:r>
              <a:rPr lang="en-US" dirty="0"/>
              <a:t>AI-assisted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outcome is an interactive dashboard with key insights and recommendations to improve sales and profitability</a:t>
            </a: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xmlns="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E76AC24-5CB7-D860-6A01-E6D8ABD38610}"/>
              </a:ext>
            </a:extLst>
          </p:cNvPr>
          <p:cNvSpPr txBox="1"/>
          <p:nvPr/>
        </p:nvSpPr>
        <p:spPr>
          <a:xfrm>
            <a:off x="125239" y="1082801"/>
            <a:ext cx="541253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Businesses fail to effectively analyze product </a:t>
            </a:r>
            <a:r>
              <a:rPr lang="en-US" b="1" dirty="0"/>
              <a:t>quantity (</a:t>
            </a:r>
            <a:r>
              <a:rPr lang="en-US" b="1" dirty="0" err="1"/>
              <a:t>bquantity</a:t>
            </a:r>
            <a:r>
              <a:rPr lang="en-US" b="1" dirty="0"/>
              <a:t>)</a:t>
            </a:r>
            <a:r>
              <a:rPr lang="en-US" dirty="0"/>
              <a:t> data, leading to issues like overstocking and stock shortages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Traditional manual analysis and lack of interactive dashboards prevent identification of demand patterns and quantity trends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a growing need for </a:t>
            </a:r>
            <a:r>
              <a:rPr lang="en-US" b="1" dirty="0"/>
              <a:t>data-driven solutions</a:t>
            </a:r>
            <a:r>
              <a:rPr lang="en-US" dirty="0"/>
              <a:t> to analyze product </a:t>
            </a:r>
            <a:r>
              <a:rPr lang="en-US" b="1" dirty="0"/>
              <a:t>quantity (</a:t>
            </a:r>
            <a:r>
              <a:rPr lang="en-US" b="1" dirty="0" err="1"/>
              <a:t>bquantity</a:t>
            </a:r>
            <a:r>
              <a:rPr lang="en-US" b="1" dirty="0"/>
              <a:t>)</a:t>
            </a:r>
            <a:r>
              <a:rPr lang="en-US" dirty="0"/>
              <a:t> trends, as poor insights lead to inefficient inventory planning and inaccurate demand forecasting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Existing methods rely on basic Excel analysis of historical data, lacking </a:t>
            </a:r>
            <a:r>
              <a:rPr lang="en-US" b="1" dirty="0"/>
              <a:t>interactive dashboards and advanced insights</a:t>
            </a:r>
            <a:r>
              <a:rPr lang="en-US" dirty="0"/>
              <a:t>, which limits effective decision-making using tools like Excel and Power BI.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5371188" cy="3882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address inefficiencies in inventory and demand planning, this solution enables businesses to leverage </a:t>
            </a:r>
            <a:r>
              <a:rPr lang="en-US" b="1" dirty="0"/>
              <a:t>data-driven analysis of product quantity (</a:t>
            </a:r>
            <a:r>
              <a:rPr lang="en-US" b="1" dirty="0" err="1"/>
              <a:t>bquantity</a:t>
            </a:r>
            <a:r>
              <a:rPr lang="en-US" b="1" dirty="0"/>
              <a:t>)</a:t>
            </a:r>
            <a:r>
              <a:rPr lang="en-US" dirty="0"/>
              <a:t> for smarter decision-making. By transforming raw sales data into meaningful insights, it helps identify demand patterns, optimize stock levels, and reduce losses caused by overstocking and </a:t>
            </a:r>
            <a:r>
              <a:rPr lang="en-US" dirty="0" err="1"/>
              <a:t>stockouts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tools like Excel, Power </a:t>
            </a:r>
            <a:r>
              <a:rPr lang="en-US" dirty="0" smtClean="0"/>
              <a:t>BI </a:t>
            </a:r>
            <a:r>
              <a:rPr lang="en-US" dirty="0"/>
              <a:t>the solution provides </a:t>
            </a:r>
            <a:r>
              <a:rPr lang="en-US" b="1" dirty="0"/>
              <a:t>interactive dashboards and AI-assisted insights</a:t>
            </a:r>
            <a:r>
              <a:rPr lang="en-US" dirty="0"/>
              <a:t> that allow managers to monitor quantity trends, forecast demand more accurately, and make timely, informed business decisions.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The project uses a structured sales dataset in Excel format (</a:t>
            </a:r>
            <a:r>
              <a:rPr lang="en-US" sz="1600" dirty="0" err="1"/>
              <a:t>Kaggle</a:t>
            </a:r>
            <a:r>
              <a:rPr lang="en-US" sz="1600" dirty="0"/>
              <a:t>-style), based on raw transaction data. All analysis is performed within </a:t>
            </a:r>
            <a:r>
              <a:rPr lang="en-US" sz="1600" b="1" dirty="0"/>
              <a:t>Microsoft Excel</a:t>
            </a:r>
            <a:r>
              <a:rPr lang="en-US" sz="1600" dirty="0"/>
              <a:t>, with no external APIs or databases used.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Data is cleaned, transformed with new fields, and analyzed using pivots and charts to identify key trends and insights.</a:t>
            </a: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Excel is used for data cleaning, analysis, and dashboard creation, while Copilot is used to generate insights and summaries for better decision-making.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The final output is an interactive dashboard with charts and KPI indicators, along with a structured report highlighting key insights and business recommendations.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</a:t>
            </a:r>
            <a:r>
              <a:rPr lang="en-US" b="1" dirty="0" smtClean="0">
                <a:solidFill>
                  <a:schemeClr val="bg1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dirty="0">
              <a:solidFill>
                <a:schemeClr val="bg1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92608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181230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r>
              <a:rPr lang="en-US"/>
              <a:t>Profit Distribution by Product Category”</a:t>
            </a:r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1268568"/>
            <a:ext cx="2788920" cy="1556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2608" y="3572079"/>
            <a:ext cx="2633472" cy="12716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 smtClean="0"/>
              <a:t>Cleaned </a:t>
            </a:r>
            <a:r>
              <a:rPr lang="en-US" sz="1600" dirty="0"/>
              <a:t>and </a:t>
            </a:r>
            <a:r>
              <a:rPr lang="en-US" sz="1600" dirty="0" smtClean="0"/>
              <a:t>Structured </a:t>
            </a:r>
            <a:r>
              <a:rPr lang="en-US" sz="1600" dirty="0"/>
              <a:t>S</a:t>
            </a:r>
            <a:r>
              <a:rPr lang="en-US" sz="1600" dirty="0" smtClean="0"/>
              <a:t>ales </a:t>
            </a:r>
            <a:r>
              <a:rPr lang="en-US" sz="1600" dirty="0"/>
              <a:t>D</a:t>
            </a:r>
            <a:r>
              <a:rPr lang="en-US" sz="1600" dirty="0" smtClean="0"/>
              <a:t>ataset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63056" y="1268568"/>
            <a:ext cx="2788920" cy="1556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solidFill>
                <a:schemeClr val="bg1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13" y="2258057"/>
            <a:ext cx="2631709" cy="16348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5" b="6937"/>
          <a:stretch/>
        </p:blipFill>
        <p:spPr>
          <a:xfrm>
            <a:off x="3307254" y="2267786"/>
            <a:ext cx="2503758" cy="16348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307254" y="3894875"/>
            <a:ext cx="23834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Profit Distribution by Product Category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0" t="6772" r="1972" b="3638"/>
          <a:stretch/>
        </p:blipFill>
        <p:spPr>
          <a:xfrm>
            <a:off x="6216609" y="2288883"/>
            <a:ext cx="2675931" cy="1644577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163056" y="3895401"/>
            <a:ext cx="29641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Sales and Quantity Analysis by </a:t>
            </a:r>
            <a:r>
              <a:rPr lang="en-US" sz="1600" dirty="0" smtClean="0"/>
              <a:t>City</a:t>
            </a:r>
            <a:endParaRPr lang="en-US" sz="1600" dirty="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pres?slideindex=1&amp;slidetitle="/>
              </a:rPr>
              <a:t>https://drive.google.com/file/d/1aR5gof0prZLoANNr8FZAgapVhTpYmOrT/view?usp=drivesdk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project successfully transformed raw sales data into meaningful insights using </a:t>
            </a:r>
            <a:r>
              <a:rPr lang="en-US" b="1" dirty="0"/>
              <a:t>Microsoft Excel</a:t>
            </a:r>
            <a:r>
              <a:rPr lang="en-US" dirty="0"/>
              <a:t> and </a:t>
            </a:r>
            <a:r>
              <a:rPr lang="en-US" b="1" dirty="0" smtClean="0"/>
              <a:t>Power Bi</a:t>
            </a:r>
            <a:r>
              <a:rPr lang="en-US" dirty="0" smtClean="0"/>
              <a:t> Key </a:t>
            </a:r>
            <a:r>
              <a:rPr lang="en-US" dirty="0"/>
              <a:t>findings include identification of sales trends, top-performing regions, and profitability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objectives of data analysis, visualization, and insight generation were achieved through an interactive dashboard. The project adds value by enabling </a:t>
            </a:r>
            <a:r>
              <a:rPr lang="en-US" b="1" dirty="0"/>
              <a:t>data-driven decision-making, improved forecasting, and better business strategy planning</a:t>
            </a:r>
            <a:r>
              <a:rPr lang="en-US" dirty="0"/>
              <a:t>.</a:t>
            </a: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xmlns="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5333336" cy="31817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project can be further enhanced by integrating real-time data sources and expanding the dataset for large-scale analysis. Advanced forecasting techniques and machine learning models can be applied to improve prediction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dashboard can be upgraded using tools like Power BI for better scalability and visualization. Integration with business systems (ERP/CRM) can enable automated data updates and decision-making.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Additionally, deeper AI integration </a:t>
            </a:r>
            <a:r>
              <a:rPr lang="en-US" dirty="0" smtClean="0"/>
              <a:t>using </a:t>
            </a:r>
            <a:r>
              <a:rPr lang="en-US" b="1" dirty="0" err="1" smtClean="0"/>
              <a:t>ChatGp</a:t>
            </a:r>
            <a:r>
              <a:rPr lang="en-US" dirty="0" err="1" smtClean="0"/>
              <a:t>t</a:t>
            </a:r>
            <a:r>
              <a:rPr lang="en-US" dirty="0" smtClean="0"/>
              <a:t> </a:t>
            </a:r>
            <a:r>
              <a:rPr lang="en-US" dirty="0"/>
              <a:t>can provide more advanced insights and recommendations, increasing the overall impact of the project.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xmlns="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695</Words>
  <Application>Microsoft Office PowerPoint</Application>
  <PresentationFormat>On-screen Show (16:9)</PresentationFormat>
  <Paragraphs>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Aileron</vt:lpstr>
      <vt:lpstr>Aileron Bold</vt:lpstr>
      <vt:lpstr>Aileron Ultra-Bold</vt:lpstr>
      <vt:lpstr>Arial</vt:lpstr>
      <vt:lpstr>Calibri</vt:lpstr>
      <vt:lpstr>Lato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Lenovo</cp:lastModifiedBy>
  <cp:revision>44</cp:revision>
  <dcterms:created xsi:type="dcterms:W3CDTF">2026-02-18T09:17:23Z</dcterms:created>
  <dcterms:modified xsi:type="dcterms:W3CDTF">2026-04-13T09:30:17Z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